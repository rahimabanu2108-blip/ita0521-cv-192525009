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E60DA-0119-4727-8AB1-AFF7BB55DCCE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BDB8B-0C98-4204-90F4-C5DF0EFA68C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E60DA-0119-4727-8AB1-AFF7BB55DCCE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BDB8B-0C98-4204-90F4-C5DF0EFA68C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E60DA-0119-4727-8AB1-AFF7BB55DCCE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BDB8B-0C98-4204-90F4-C5DF0EFA68C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E60DA-0119-4727-8AB1-AFF7BB55DCCE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BDB8B-0C98-4204-90F4-C5DF0EFA68C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E60DA-0119-4727-8AB1-AFF7BB55DCCE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BDB8B-0C98-4204-90F4-C5DF0EFA68C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E60DA-0119-4727-8AB1-AFF7BB55DCCE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BDB8B-0C98-4204-90F4-C5DF0EFA68C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E60DA-0119-4727-8AB1-AFF7BB55DCCE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BDB8B-0C98-4204-90F4-C5DF0EFA68C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E60DA-0119-4727-8AB1-AFF7BB55DCCE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BDB8B-0C98-4204-90F4-C5DF0EFA68C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E60DA-0119-4727-8AB1-AFF7BB55DCCE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BDB8B-0C98-4204-90F4-C5DF0EFA68C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E60DA-0119-4727-8AB1-AFF7BB55DCCE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BDB8B-0C98-4204-90F4-C5DF0EFA68C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E60DA-0119-4727-8AB1-AFF7BB55DCCE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BDB8B-0C98-4204-90F4-C5DF0EFA68C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E60DA-0119-4727-8AB1-AFF7BB55DCCE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ABDB8B-0C98-4204-90F4-C5DF0EFA68C7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SE-Computer Science and Engineer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28989"/>
            <a:ext cx="10680700" cy="1267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533831" y="2332393"/>
            <a:ext cx="9655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BLUR IN IMAGE ACQUISITION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95017" y="1729816"/>
            <a:ext cx="3932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7920" y="4336026"/>
            <a:ext cx="2949677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RAHIMA BANU N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192525009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TECH AI&amp;ML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5017" y="3288043"/>
            <a:ext cx="5997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ITA0521-COMPUTER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650" y="4336026"/>
            <a:ext cx="235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T M USHA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67432" y="37577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MOTION BLUR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4298" y="1140009"/>
            <a:ext cx="7020231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Motion blur is an image distortion that occurs when an object or camera moves while the camera sensor is collecting light to form an image.</a:t>
            </a:r>
          </a:p>
          <a:p>
            <a:pPr algn="just"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moving object may appear stretched, smeared or unclear.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blur occurs because the object's position changes during exposure.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Stationary objects can remain sharp while moving objects appear blurred.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movement can blur the entire scene.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blur can reduce the quality of images used by computer vision systems.</a:t>
            </a:r>
          </a:p>
        </p:txBody>
      </p:sp>
      <p:pic>
        <p:nvPicPr>
          <p:cNvPr id="6" name="Picture 5" descr="AI Görüntü Netleştirme: Bulanık ve Pikselleşmiş Fotoğrafları Online Düzelten Araç - Somake A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580" y="1140009"/>
            <a:ext cx="3221704" cy="2416278"/>
          </a:xfrm>
          <a:prstGeom prst="rect">
            <a:avLst/>
          </a:prstGeom>
        </p:spPr>
      </p:pic>
      <p:pic>
        <p:nvPicPr>
          <p:cNvPr id="7" name="Picture 6" descr="Automobile Photography Tips for Beginners (7 Pro Tips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580" y="3789119"/>
            <a:ext cx="3228735" cy="21495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906297" y="43214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OF MOTION BLUR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06297" y="1102176"/>
            <a:ext cx="7020231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Movement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Fast-moving objects change position during image capture, causing blur.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Exposure Time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camera sensor collects light for a longer duration, increasing blur.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Shake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Camera movement during capture can blur the entire scene.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Motion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Movement between the camera and object affects image sharpness.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Lighting Conditions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Cameras may use longer exposure times in low light, increasing motion blur.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97" y="1835149"/>
            <a:ext cx="4660900" cy="28251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57443" y="700519"/>
            <a:ext cx="63909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EXPOSURE TIME AND SHUTTER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3458" y="1189192"/>
            <a:ext cx="6607277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 Time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duration for which the camera sensor collects light.</a:t>
            </a:r>
          </a:p>
          <a:p>
            <a:pPr lvl="0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Exposure (1/1000 s):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Freezes fast-moving objects and reduces blur.</a:t>
            </a:r>
          </a:p>
          <a:p>
            <a:pPr lvl="0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Exposure (1/125 s):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capturing moderate movement with less blur.</a:t>
            </a:r>
          </a:p>
          <a:p>
            <a:pPr lvl="0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Exposure (1/30 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Increases the chance of blur when objects are moving.</a:t>
            </a:r>
          </a:p>
          <a:p>
            <a:pPr lvl="0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on Image Quality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Shorter exposure improves sharpness but allows less light into the camera.</a:t>
            </a: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moving car captured at 1/1000 s appears sharper than the same car captured at 1/30 s.</a:t>
            </a:r>
          </a:p>
        </p:txBody>
      </p:sp>
      <p:pic>
        <p:nvPicPr>
          <p:cNvPr id="2" name="Picture 1" descr="Shutter Speed: What is it and how to calculate?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424" y="1544432"/>
            <a:ext cx="4524375" cy="401002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12420" y="274771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ct val="0"/>
              </a:spcBef>
              <a:spcAft>
                <a:spcPts val="2400"/>
              </a:spcAft>
            </a:pPr>
            <a:r>
              <a:rPr sz="1600" b="0" i="1" dirty="0">
                <a:solidFill>
                  <a:srgbClr val="1E3A8A"/>
                </a:solidFill>
                <a:latin typeface="Inter"/>
                <a:ea typeface="Inter"/>
              </a:rPr>
              <a:t>Problem 1: Scenario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71019" y="471235"/>
            <a:ext cx="80427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RELATIONSHIP OF MOTION BLUR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0502" y="1405399"/>
            <a:ext cx="8711381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blur depends on object speed and exposure time.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 Blur Length = Speed × Exposure Time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Blur length (pixels)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= Object speed (pixels/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Exposure time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 object moves at 5 pixels/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4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Blur Length = 5 × 4 = 20 pixels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Longer exposure time generally produces greater motion blur.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190" y="2499995"/>
            <a:ext cx="3886200" cy="11201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33404" y="653415"/>
            <a:ext cx="8042788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</a:t>
            </a: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60061" y="316230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ct val="0"/>
              </a:spcBef>
              <a:spcAft>
                <a:spcPts val="900"/>
              </a:spcAft>
            </a:pPr>
            <a:r>
              <a:rPr sz="1600" b="0" i="1" dirty="0">
                <a:solidFill>
                  <a:srgbClr val="0070C0"/>
                </a:solidFill>
                <a:latin typeface="Inter"/>
                <a:ea typeface="Inter"/>
              </a:rPr>
              <a:t>Problem 2: Numerical Solution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335" y="2114550"/>
            <a:ext cx="3901440" cy="2628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60313"/>
            <a:ext cx="3863340" cy="252984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485775" y="1394143"/>
            <a:ext cx="5080000" cy="3683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b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Given Object Speed: </a:t>
            </a:r>
            <a:r>
              <a:rPr b="1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8 pixels/ms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5D5CA7-3EF3-6B2C-6128-D994C358CD14}"/>
              </a:ext>
            </a:extLst>
          </p:cNvPr>
          <p:cNvSpPr txBox="1"/>
          <p:nvPr/>
        </p:nvSpPr>
        <p:spPr>
          <a:xfrm>
            <a:off x="485775" y="5232061"/>
            <a:ext cx="11529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blur length is 32 pixels at 4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12 pixels at 1.5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Shorter exposure time results in less motion blur.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29780" y="257046"/>
            <a:ext cx="80427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MOTION BLUR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484" y="1007707"/>
            <a:ext cx="7384026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Monitoring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Helps identify challenges in vehicle detection and number-plate recognition.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Sports Analysis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Affects tracking of fast-moving players and balls.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Can reduce accuracy when detecting and locating moving objects.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Surveillance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May make faces and other important details difficult to recognize.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Inspection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Can affect the detection of defects in products moving along conveyor belts.</a:t>
            </a:r>
          </a:p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Clear images help cameras detect pedestrians, vehicles and road signs reliably</a:t>
            </a:r>
          </a:p>
        </p:txBody>
      </p:sp>
      <p:pic>
        <p:nvPicPr>
          <p:cNvPr id="2" name="Picture 1" descr="A Guide To Video Analytics: Features &amp; Applications">
            <a:extLst>
              <a:ext uri="{FF2B5EF4-FFF2-40B4-BE49-F238E27FC236}">
                <a16:creationId xmlns:a16="http://schemas.microsoft.com/office/drawing/2014/main" id="{7E995BB8-685F-9F7B-74B5-333DF43E2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5974" y="2087442"/>
            <a:ext cx="4094871" cy="26831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29314" y="738826"/>
            <a:ext cx="80427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3458" y="1477023"/>
            <a:ext cx="10992464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blur occurs when an object or camera moves during exposure.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speed, relative motion and exposure time determine the amount of blur.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Shorter exposure times can reduce blur and improve image sharpness.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blur is an important consideration in traffic monitoring, robotics, surveillance and other computer vision applications.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relationship between speed and exposure helps us capture and process clearer images.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11330" y="2844225"/>
            <a:ext cx="46113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579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Inter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RAHIMA BANU N</dc:creator>
  <cp:lastModifiedBy>RAHIMA BANU N</cp:lastModifiedBy>
  <cp:revision>4</cp:revision>
  <dcterms:created xsi:type="dcterms:W3CDTF">2026-10-21T04:58:00Z</dcterms:created>
  <dcterms:modified xsi:type="dcterms:W3CDTF">2026-10-21T07:27:35Z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9381375C227A4AD6B9524334D21532A5_12</vt:lpwstr>
  </property>
</Properties>
</file>